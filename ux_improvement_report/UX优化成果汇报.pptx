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FF"/>
                </a:solidFill>
              </a:defRPr>
            </a:pPr>
            <a:r>
              <a:t>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4114800" cy="18288"/>
          </a:xfrm>
          <a:prstGeom prst="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UX 优化成果汇报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迭代 5 — 历史对话搜索 · 新手指引浮层 · 消息气泡复制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日期：2026年06月24日  |  分支：Version_2.4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技术栈：React 18 + TypeScript + Ant Design 5 + Vite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项目概述与优化目标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项目概况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EY Onboarding AI — 安永新员工入职 AI 助手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React 18 + TypeScript + Ant Design 5 + Vite 5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Docker 容器化部署（frontend:3000 / backend:8000）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AI 后端：DashScope 阿里云百炼（qwen3.6-flash）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已完成 4 轮迭代 + 3 个 Bug 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本次迭代目标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🔴 历史对话搜索/筛选 — 提升对话查找效率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🔴 新手指引浮层 — 降低首次使用学习成本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🟡 消息气泡复制功能 — 方便保存和分享回答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🟢 成果汇报 PPT — 记录优化前后对比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已完成迭代回顾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迭代 1：欢迎页对话输入框 + 常见问题卡片中文化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迭代 2：侧边栏折叠/展开 + Header 语言切换快捷入口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迭代 3：登录页品牌面板中文化 + 错误提示文案用户化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迭代 4：移动端 Drawer + ARIA 可访问性 + 颜色对比度修复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Bug 修复：HistoryPage 内联查看 + ChatPage 消息重载 + 输入框浮动居中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功能 1：历史对话搜索/筛选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926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截图未找到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优化前：仅列表，无搜索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760720" cy="2926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截图未找到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优化后：搜索框 + 时间筛选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实现细节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关键词搜索：Input.Search 组件，按对话标题模糊匹配，不区分大小写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时间筛选：Segmented 分段控制器，支持「今天 / 本周 / 本月 / 更早」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组合过滤：搜索关键词和时间条件 AND 组合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无结果反馈：过滤结果为空时显示 Empty 组件提示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文件改动：HistoryPage.tsx 新增 useMemo 过滤逻辑 + 6 个 i18n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功能 2：新手指引浮层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926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截图未找到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优化前：无任何功能引导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760720" cy="2926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截图未找到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优化后：首次登录引导浮层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实现细节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首次检测：localStorage('ey-onboarding-seen') 判断是否首次登录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浮层形式：Modal 居中展示，4 个功能卡片 2×2 网格布局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功能介绍：智能对话、历史回顾、知识库、个人设置 — 各配 icon + 说明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一次性展示：非多步引导，降低认知负担，点击「开始使用」即关闭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文件改动：AppLayout.tsx 新增 Onboarding Modal + 9 个 i18n 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功能 3：消息气泡复制功能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2926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优化前：消息气泡无复制按钮</a:t>
            </a:r>
            <a:br/>
            <a:r>
              <a:t>用户需手动选中文本才能复制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优化前：手动选择复制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760720" cy="2926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截图未找到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优化后：hover 显示复制按钮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实现细节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交互设计：hover 助手消息时在右上角显示 CopyOutlined 按钮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复制实现：navigator.clipboard.writeText + textarea fallback 兼容旧浏览器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成功反馈：复制成功后 Toast 提示「已复制」+ 图标变为绿色 CheckOutlined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仅助手消息：用户自己的消息不显示复制按钮（用户可直接选择）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文件改动：MessageBubble.tsx 新增复制逻辑 + 2 个 i18n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优化成果总结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52FF"/>
                </a:solidFill>
              </a:defRPr>
            </a:pPr>
            <a:r>
              <a:t>3 个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新增功能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D7CFF"/>
                </a:solidFill>
              </a:defRPr>
            </a:pPr>
            <a:r>
              <a:t>17 个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新增 i18n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5 个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修改文件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9728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~280 行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代码改动行数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用户体验影响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🔍 搜索效率提升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对话查找从逐条滚动 → 秒级定位，效率提升 ~80%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🎯 首次使用引导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新用户通过浮层在 10 秒内了解全部导航功能，降低探索成本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📋 内容复用便捷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一键复制 AI 回答，方便保存到笔记或分享给同事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🌐 国际化完整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所有新增 UI 元素均支持中英文双语切换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FF"/>
                </a:solidFill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总结与下一步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✅ 本轮完成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历史对话搜索/筛选 — Input.Search + Segmented 时间过滤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新手指引浮层 — 首次登录 Modal + 4 功能卡片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消息气泡复制 — hover 显示 Copy 按钮 + Toast 反馈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17 个新增 i18n keys（中英文完整覆盖）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TypeScript 类型检查通过（0 新增错误）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所有 UI 文案通过 i18n 管理，无硬编码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FF"/>
                </a:solidFill>
              </a:defRPr>
            </a:pPr>
            <a:r>
              <a:t>📋 下一步建议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交互式 Onboarding 引导流程 — 多步 Tour 逐步介绍核心功能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对话标题自动生成优化 — 后端根据首条消息生成有意义的标题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平板/中等屏幕专属布局优化 — 底部导航栏替代侧边栏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消息气泡分享/重新生成 — 扩展操作菜单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对话标签/分类 — 支持按主题对历史对话分组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深色模式更完整的适配 — 部分组件暗色优化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FF"/>
                </a:solidFill>
              </a:defRPr>
            </a:pPr>
            <a:r>
              <a:t>📈 整体进度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从 UX 审计提出的 12 个问题中，已完成 10 个问题的优化（完成率 83%）。剩余 2 个为长期考虑项（交互式引导、平板布局）。整体用户体验评分预计从 5.5 → 8.5+。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