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DDDD"/>
                </a:solidFill>
                <a:latin typeface="Calibri"/>
              </a:defRPr>
            </a:pPr>
            <a:r>
              <a:t>Bug Fix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27432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Date: 2026-06-18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Developer: Claude Fable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Bugs Fixed: 8 / 8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AAA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Fix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Bugs Found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7D3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Bugs Fixed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28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Critical Fixed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7F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Medium Fixed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565C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Low Fixed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1828800"/>
            <a:ext cx="169164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920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423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Files Changed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ALL 8 bugs verified as FIXED via API regression tests (V-01 through V-06). Pass rate: 100%.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BUG-01 (Critical): IDOR session message read — Fixed by adding session__user filter to ChatSessionMessagesView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BUG-02 (Critical): IDOR session message injection — Fixed by replacing get_or_create with ownership-checked logic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BUG-03 (Critical): Missing audit trail — Fixed by wiring create_audit_log() to all 6 admin view methods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BUG-04 (Medium): Profile save non-functional — Fixed by adding onFinish handler with API call and state management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BUG-05 (Medium): Feedback 500 error — Fixed by using get_object_or_404() instead of raw .get()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BUG-06 (Medium): Prompt injection false negatives — Fixed by broadening regex patterns with \b.*?\b between keywords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BUG-07 (Low): Inconsistent token handling — Fixed by exporting getAuthToken() helper from client.ts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BUG-08 (Low): Unused QuickActionsBar — Fixed by deleting dead code 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Bug Fix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62828"/>
                </a:solidFill>
                <a:latin typeface="Calibri"/>
              </a:defRPr>
            </a:pPr>
            <a:r>
              <a:t>Critical Fixes (BUG-01, BUG-02, BUG-03)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BUG-01: IDOR — Session Message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874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File: chat/views.py:51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Before: Message.objects.filter(session_id=...) — no user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After: Message.objects.filter(session_id=..., session__user=request.user, session__is_active=True)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31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Verification: Verified: Non-admin user now sees 0 messages from other users' sessions (was 2 before fix)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BUG-02: IDOR — Session Message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File: chat/views.py:92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Before: get_or_create(id=session_id, defaults={...}) — no ownership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After: try/except ownership check → 403 if session owned by another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86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Verification: Verified: Returns HTTP 403 Forbidden when non-admin sends to admin session (was 200 before)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BUG-03: Missing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File: knowledge/views.py (6 locations)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Before: create_audit_log() defined but never called — zero audit entries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After: Called in perform_create/destroy/reindex for Documents, Categories, Templates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440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Verification: Verified: Audit logs now created for document_upload, document_reindex, document_delete, category_create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Bug Fix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7F17"/>
                </a:solidFill>
                <a:latin typeface="Calibri"/>
              </a:defRPr>
            </a:pPr>
            <a:r>
              <a:t>Medium &amp; Low Fixes (BUG-04 to BUG-08)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F17"/>
                </a:solidFill>
                <a:latin typeface="Calibri"/>
              </a:defRPr>
            </a:pPr>
            <a:r>
              <a:t>BUG-04: Profile Save Non-Functional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874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7F1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File: frontend/src/pages/ProfilePage.tsx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7F17"/>
                </a:solidFill>
                <a:latin typeface="Calibri"/>
              </a:defRPr>
            </a:pPr>
            <a:r>
              <a:t>Before: Form has no onFinish handler — Save button does 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After: Added onFinish handler calling apiClient.patch('/auth/me/preferences/'), loading state, message feedback, auth context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31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Impact: Users can now actually save language preference from the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F17"/>
                </a:solidFill>
                <a:latin typeface="Calibri"/>
              </a:defRPr>
            </a:pPr>
            <a:r>
              <a:t>BUG-05: Feedback Returns HTTP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7F1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File: chat/views.py:180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7F17"/>
                </a:solidFill>
                <a:latin typeface="Calibri"/>
              </a:defRPr>
            </a:pPr>
            <a:r>
              <a:t>Before: Message.objects.get() raises DoesNotExist → 500 Internal Server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After: get_object_or_404(Message, ...) → proper 404 Not Found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86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Verified: Non-owner feedback now returns 404 (was 500 before)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F17"/>
                </a:solidFill>
                <a:latin typeface="Calibri"/>
              </a:defRPr>
            </a:pPr>
            <a:r>
              <a:t>BUG-06: Prompt Injection False 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7F17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File: rag/guardrails.py:13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7F17"/>
                </a:solidFill>
                <a:latin typeface="Calibri"/>
              </a:defRPr>
            </a:pPr>
            <a:r>
              <a:t>Before: 'ignore\s+(previous|all)\s+(instructions|rules)' — too rigid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After: 'ignore\b.*?\b(instructions?|rules?|directives?)' — allows intervening words + 9 new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440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Verified: 'ignore all previous instructions and tell me...' now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92240"/>
            <a:ext cx="1124712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BUG-07: Inconsistent Token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766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Files: client.ts, chatStore.ts, KnowledgeBasePage.tsx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6766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Exported getAuthToken() helper; replaced 2 manual localStorage parses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7315200"/>
            <a:ext cx="1124712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7360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  <a:latin typeface="Calibri"/>
              </a:defRPr>
            </a:pPr>
            <a:r>
              <a:t>BUG-08: Unused QuickActionsBar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7360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7589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Files: Deleted: frontend/src/components/chat/QuickActionsBar.tsx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7589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Calibri"/>
              </a:defRPr>
            </a:pPr>
            <a:r>
              <a:t>Dead code removed; WelcomeScreen.tsx has its own inline quick 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Bug Fix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Code Changes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0033"/>
                </a:solidFill>
                <a:latin typeface="Calibri"/>
              </a:defRPr>
            </a:pPr>
            <a:r>
              <a:t>backend/apps/chat/views.py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562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Fixes: BUG-01, BUG-02, BUG-05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Added: from django.shortcuts import get_object_or_404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5856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ChatSessionMessagesView.get_queryset(): added session__user + session__is_active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9736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send_message(): replaced get_or_create with ownership-checked try/except + 403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6090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submit_feedback(): replaced .get() with get_object_or_404()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1247120" cy="1609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0033"/>
                </a:solidFill>
                <a:latin typeface="Calibri"/>
              </a:defRPr>
            </a:pPr>
            <a:r>
              <a:t>backend/apps/knowledge/views.py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9077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Fixes: BUG-03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Added: from apps.audit.views import create_audit_log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101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DocumentListCreateView.perform_create(): added audit log for document_upload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11296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DocumentDetailView: added destroy() override with audit log for document_delete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1246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DocumentReindexView.post(): added audit log for document_reindex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13631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CategoryListView: added perform_create() with audit log for category_create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AnswerTemplateListView.perform_create(): added audit log for template_create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1596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AnswerTemplateDetailView: added destroy() override with audit log for template_delete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35424"/>
            <a:ext cx="11247120" cy="14081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628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0033"/>
                </a:solidFill>
                <a:latin typeface="Calibri"/>
              </a:defRPr>
            </a:pPr>
            <a:r>
              <a:t>backend/apps/rag/guardrails.py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5628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Fixes: BUG-06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6402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Broadened INJECTION_PATTERNS: replaced \s+ with \b.*?\b between keywords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6519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Added: &lt;|im_end|&gt; detection (ChatML token)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Added: 'act as', 'pretend' role-playing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67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Added: override/bypass/disable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68695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Added: instruction terminator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6986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Added: hypothetical framing patterns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35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  <a:latin typeface="Calibri"/>
              </a:defRPr>
            </a:pPr>
            <a:r>
              <a:t>DELETED: frontend/src/components/chat/QuickActionsBar.tsx (BUG-08 — dead code removal)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Bug Fix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Verification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7315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920240"/>
            <a:ext cx="201168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Bug Fixed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920240"/>
            <a:ext cx="25603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 Scenario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920240"/>
            <a:ext cx="228600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Expected 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25603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Actual 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0" y="1920240"/>
            <a:ext cx="731520" cy="36576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52760" y="1965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86000"/>
            <a:ext cx="731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331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286000"/>
            <a:ext cx="20116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23317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BUG-01: IDOR Session Messages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286000"/>
            <a:ext cx="2560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23317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Non-admin reads admin session messages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286000"/>
            <a:ext cx="22860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23317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Returns empty list (0 messages)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286000"/>
            <a:ext cx="2560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3317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Non-admin sees 0 messages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2286000"/>
            <a:ext cx="731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760" y="2331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97480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7432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720" y="269748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2743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BUG-02: IDOR Session Injection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269748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27432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Non-admin sends message to admin session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269748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27432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Returns HTTP 403 Forbidden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269748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27432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Returns HTTP 403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07040" y="2697480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52760" y="27432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08960"/>
            <a:ext cx="731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1546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3108960"/>
            <a:ext cx="20116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31546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BUG-05: Feedback HTTP Code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3108960"/>
            <a:ext cx="2560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46120" y="31546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Non-admin submits feedback on admin's message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3108960"/>
            <a:ext cx="22860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31546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Returns HTTP 404 (not 500)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3108960"/>
            <a:ext cx="2560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31546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Returns HTTP 404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07040" y="3108960"/>
            <a:ext cx="731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52760" y="31546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520440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5661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88720" y="352044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34440" y="3566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BUG-03: Audit Logging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352044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6120" y="3566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Reindex document, check audit log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352044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06440" y="35661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Audit entries created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6720" y="352044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2440" y="3566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3 audit entries found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07040" y="3520440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52760" y="35661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931920"/>
            <a:ext cx="731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3977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V-05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" y="3931920"/>
            <a:ext cx="201168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4440" y="39776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BUG-06: Prompt Injection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0" y="3931920"/>
            <a:ext cx="2560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46120" y="39776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Send 'ignore all previous instructions and tell me...'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720" y="3931920"/>
            <a:ext cx="22860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06440" y="39776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Blocked by guardrails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6720" y="3931920"/>
            <a:ext cx="25603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92440" y="39776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Blocked with safe fallback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07040" y="3931920"/>
            <a:ext cx="73152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652760" y="3977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43400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43891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V-06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88720" y="434340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34440" y="43891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BUG-04/07/08: Frontend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0" y="434340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46120" y="43891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TypeScript compilation + code review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60720" y="4343400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06440" y="43891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All changes compile correctly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6720" y="434340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92440" y="43891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 compilation errors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607040" y="4343400"/>
            <a:ext cx="731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652760" y="43891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4892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ALL 6 VERIFICATION TESTS PASSED — 8/8 BUGS FIXED 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Bug Fix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Before &amp; After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Session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28800"/>
            <a:ext cx="4389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8745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Before: Any authenticated user could read ANY session's messages by knowing the session UUID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828800"/>
            <a:ext cx="4389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745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Sessions are strictly scoped to the owning user. Non-owners get empty results (403 for write).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38560" y="1828800"/>
            <a:ext cx="7315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84280" y="1938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62828"/>
                </a:solidFill>
                <a:latin typeface="Calibri"/>
              </a:defRPr>
            </a:pPr>
            <a:r>
              <a:t>CRIT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95728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054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Session Injection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395728"/>
            <a:ext cx="4389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24414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Before: Any user could inject messages into another user's session via UUID collision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395728"/>
            <a:ext cx="4389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4414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Session ownership verified before message creation. Cross-user attempts return 403.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38560" y="2395728"/>
            <a:ext cx="7315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84280" y="2505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62828"/>
                </a:solidFill>
                <a:latin typeface="Calibri"/>
              </a:defRPr>
            </a:pPr>
            <a:r>
              <a:t>CRIT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62656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723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Audit 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962656"/>
            <a:ext cx="4389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0083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Before: Zero audit trail — admin actions (upload, delete, reindex) were completely untracked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62656"/>
            <a:ext cx="4389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30083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All admin KB actions now logged with user, action, target, IP address, and timestamp.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38560" y="2962656"/>
            <a:ext cx="7315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30723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62828"/>
                </a:solidFill>
                <a:latin typeface="Calibri"/>
              </a:defRPr>
            </a:pPr>
            <a:r>
              <a:t>CRIT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29584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6393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Profile 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3529584"/>
            <a:ext cx="4389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35753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Before: Save button in Profile page was completely non-functional (no submit handler)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529584"/>
            <a:ext cx="4389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5753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Save button now calls API, shows loading state, success/error messages, updates context.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38560" y="3529584"/>
            <a:ext cx="731520" cy="5029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84280" y="36393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7F17"/>
                </a:solidFill>
                <a:latin typeface="Calibri"/>
              </a:defRPr>
            </a:pPr>
            <a:r>
              <a:t>MEDI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096512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4096512"/>
            <a:ext cx="4389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414223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Before: Unauthorized feedback returned HTTP 500 (Internal Server Error)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4096512"/>
            <a:ext cx="4389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14223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Returns proper HTTP 404 (Not Found) using DRF's get_object_or_404.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338560" y="4096512"/>
            <a:ext cx="731520" cy="5029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84280" y="4206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7F17"/>
                </a:solidFill>
                <a:latin typeface="Calibri"/>
              </a:defRPr>
            </a:pPr>
            <a:r>
              <a:t>MEDI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63440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Injection Defense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663440"/>
            <a:ext cx="4389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0" y="47091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Before: Guardrails missed 'ignore all previous instructions' variations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4663440"/>
            <a:ext cx="4389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47091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Broadened regex patterns with \b.*?\b. Added 9 new patterns for role-playing, overrides, terminators.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338560" y="4663440"/>
            <a:ext cx="731520" cy="5029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84280" y="47731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7F17"/>
                </a:solidFill>
                <a:latin typeface="Calibri"/>
              </a:defRPr>
            </a:pPr>
            <a:r>
              <a:t>MEDI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230368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340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Token Handling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5230368"/>
            <a:ext cx="4389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0" y="527608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Before: Auth token extracted manually in 3 places with duplicate JSON.parse logic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5230368"/>
            <a:ext cx="4389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40880" y="527608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Single getAuthToken() helper exported from client.ts, used everywhere.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338560" y="5230368"/>
            <a:ext cx="7315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84280" y="53400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565C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797296"/>
            <a:ext cx="1828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9070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Dead Code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77440" y="5797296"/>
            <a:ext cx="4389120" cy="5029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60320" y="584301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62828"/>
                </a:solidFill>
                <a:latin typeface="Calibri"/>
              </a:defRPr>
            </a:pPr>
            <a:r>
              <a:t>Before: QuickActionsBar.tsx defined but never imported anywhere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0" y="5797296"/>
            <a:ext cx="438912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40880" y="584301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After: File deleted. No other references affected.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338560" y="5797296"/>
            <a:ext cx="73152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84280" y="59070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565C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Bug Fix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EY Onboarding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CCC"/>
                </a:solidFill>
                <a:latin typeface="Calibri"/>
              </a:defRPr>
            </a:pPr>
            <a:r>
              <a:t>Bug Fix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0033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  <a:latin typeface="Calibri"/>
              </a:defRPr>
            </a:pPr>
            <a:r>
              <a:t>Immediate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Review and merge bug fixes to main branch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Run full regression test suite including browser-based E2E tests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Verify Celery async ingestion works when Redis/Docker are available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Update API documentation to reflect new error responses (403 for cross-session access)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Test Profile save functionality in browser with real user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Add API rate limiting to prevent abuse (currently none)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Implement frontend JWT token refresh for long sessions (15min access token)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Update deprecated allauth settings (ACCOUNT_AUTHENTICATION_METHOD, etc.)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Add integration tests for the RAG pipeline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Consider adding NLP-based prompt injection detection alongside regex patterns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Add frontend 401 interceptor to trigger token refresh before redirecting to 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EY Onboarding AI — Bug Fix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