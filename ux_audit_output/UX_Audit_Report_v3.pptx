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48272"/>
            <a:ext cx="12191695" cy="109728"/>
          </a:xfrm>
          <a:prstGeom prst="roundRect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365760" cy="685800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网站用户体验审计报告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D7CFF"/>
                </a:solidFill>
                <a:latin typeface="Microsoft YaHei"/>
              </a:defRPr>
            </a:pPr>
            <a:r>
              <a:t>EY Onboarding AI - DeepSeek 侧边栏改版专项审计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审计日期：2026 年 6 月 24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86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项目版本：v2.4（Version_2.4 分支）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审计范围：10 大维度 / 3 用户画像 / 完整用户旅程走查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09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审计师：资深 UX 体验师 &amp; 产品顾问（10 年经验）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669280"/>
            <a:ext cx="2286000" cy="45720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INTERNAL -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本报告基于代码走查 + 启发式评估 + 用户旅程分析生成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2FF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2860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整体体验评分</a:t>
            </a:r>
          </a:p>
          <a:p>
            <a:pPr algn="ctr">
              <a:defRPr sz="4800" b="1">
                <a:solidFill>
                  <a:srgbClr val="F59E0B"/>
                </a:solidFill>
                <a:latin typeface="Microsoft YaHei"/>
              </a:defRPr>
            </a:pPr>
            <a:r>
              <a:t>5.5 / 10</a:t>
            </a:r>
          </a:p>
          <a:p>
            <a:pPr algn="ctr"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中等偏下，亟待系统性优化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18872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发现具体问题</a:t>
            </a:r>
          </a:p>
          <a:p>
            <a:pPr algn="ctr">
              <a:defRPr sz="3600" b="1">
                <a:solidFill>
                  <a:srgbClr val="EF4444"/>
                </a:solidFill>
                <a:latin typeface="Microsoft YaHei"/>
              </a:defRPr>
            </a:pPr>
            <a:r>
              <a:t>18 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79" y="118872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覆盖评估维度</a:t>
            </a:r>
          </a:p>
          <a:p>
            <a:pPr algn="ctr">
              <a:defRPr sz="3600" b="1">
                <a:solidFill>
                  <a:srgbClr val="0052FF"/>
                </a:solidFill>
                <a:latin typeface="Microsoft YaHei"/>
              </a:defRPr>
            </a:pPr>
            <a:r>
              <a:t>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18872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用户画像走查</a:t>
            </a:r>
          </a:p>
          <a:p>
            <a:pPr algn="ctr">
              <a:defRPr sz="3600" b="1">
                <a:solidFill>
                  <a:srgbClr val="8B5CF6"/>
                </a:solidFill>
                <a:latin typeface="Microsoft YaHei"/>
              </a:defRPr>
            </a:pPr>
            <a:r>
              <a:t>3 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18872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核心改进建议</a:t>
            </a:r>
          </a:p>
          <a:p>
            <a:pPr algn="ctr">
              <a:defRPr sz="3600" b="1">
                <a:solidFill>
                  <a:srgbClr val="10B981"/>
                </a:solidFill>
                <a:latin typeface="Microsoft YaHei"/>
              </a:defRPr>
            </a:pPr>
            <a:r>
              <a:t>12 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303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主要优势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i18n 国际化完整（中/英双语），支持语言切换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深色/浅色主题切换 + 系统跟随，暗色模式适配到位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首次引导式 Onboarding Tour，帮助新用户上手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响应式布局覆盖桌面/平板/移动端，移动端有侧边抽屉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流式输出体验（打字机效果），滚动管理精细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Markdown 渲染 + 引用来源展示，专业感强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智能标题生成（过滤无意义词），对话标题有一定可读性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53949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主要短板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侧边栏仅为导航菜单，缺少对话列表，与 DeepSeek 设计目标差距大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个人设置入口重复（导航栏 + 顶部用户头像下拉），信息冗余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历史记录页与聊天页割裂，切换对话需离开当前页面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缺少断网检测、离线提示、加载骨架屏等边界状态处理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全局无错误边界（Error Boundary），单点故障可致整页崩溃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对话列表搜索功能仅在独立页面，侧边栏内无搜索能力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移动端对话操作（复制/分享）依赖长按，无视觉反馈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  部分字符串硬编码英文（知识管理页面上传验证提示）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2FF"/>
                </a:solidFill>
                <a:latin typeface="Microsoft YaHei"/>
              </a:defRPr>
            </a:pPr>
            <a:r>
              <a:t>10 大评估维度问题分布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32004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1. 可发现性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234440"/>
            <a:ext cx="201168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1188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2. 效率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737360"/>
            <a:ext cx="201168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691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3. 反馈与状态可见性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240280"/>
            <a:ext cx="201168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94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4. 容错性与一致性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743200"/>
            <a:ext cx="201168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5. 布局与视觉层级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246120"/>
            <a:ext cx="201168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200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6. 可访问性与包容性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749040"/>
            <a:ext cx="201168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3703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7. 内容与微文案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251960"/>
            <a:ext cx="201168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4206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8. 微交互与过渡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4754880"/>
            <a:ext cx="201168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709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9. 情感与信任感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525780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5212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Microsoft YaHei"/>
              </a:defRPr>
            </a:pPr>
            <a:r>
              <a:t>10. 边界状态与异常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5760720"/>
            <a:ext cx="100584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5715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1188720"/>
            <a:ext cx="43891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52FF"/>
                </a:solidFill>
                <a:latin typeface="Microsoft YaHei"/>
              </a:defRPr>
            </a:pPr>
            <a:r>
              <a:t>问题严重度分布</a:t>
            </a:r>
          </a:p>
          <a:p>
            <a:pPr>
              <a:spcBef>
                <a:spcPts val="1200"/>
              </a:spcBef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严重（P0）  4 个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设置入口冗余、侧边栏无对话列表、无错误边界、断网无提示</a:t>
            </a:r>
          </a:p>
          <a:p>
            <a:pPr>
              <a:spcBef>
                <a:spcPts val="1200"/>
              </a:spcBef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中等（P1）  9 个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标题截断无tooltip、移动端操作无反馈、硬编码英文、无骨架屏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建议（P2）  5 个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跳过链接样式优化、aria-live裁切、滚动行为一致性、表单验证、focus时机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7CFF"/>
                </a:solidFill>
                <a:latin typeface="Microsoft YaHei"/>
              </a:defRPr>
            </a:pPr>
            <a:r>
              <a:t>关键问题聚焦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2FF"/>
                </a:solidFill>
                <a:latin typeface="Microsoft YaHei"/>
              </a:defRPr>
            </a:pPr>
            <a:r>
              <a:t>问题 1：个人设置入口重复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侧边栏导航菜单 &amp; 顶部用户头像下拉均有「个人设置」入口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7432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5720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[截图占位]</a:t>
            </a:r>
          </a:p>
          <a:p>
            <a:pPr algn="ctr"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用户打开侧边栏看到 Profile 菜单项，又在右上角头像下拉中</a:t>
            </a:r>
            <a:br/>
            <a:r>
              <a:t>看到同样的 Profile 选项，产生困惑：这两个是同一个功能吗？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828800"/>
            <a:ext cx="62179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影响分析（认知心理学视角）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Hick 定律：选择越多，决策时间越长。重复入口增加认知负担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一致性原则违反：用户预期每个功能只有一个明确入口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新用户会疑惑「我应该从哪里进入设置？」产生犹豫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资深用户可能从不同入口进入后，发现页面相同，觉得产品不精致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维护成本高：如果将来设置页面拆分，两个入口的语义可能不同步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11155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改进方案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方案 A（推荐）：移除侧边栏 Profile 菜单项，仅保留顶部用户头像下拉中的设置入口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方案 B：保留侧边栏 Profile 入口，移除顶部下拉中的设置，仅保留 Logout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方案 C：侧边栏 Profile 入口点击后改为弹出设置面板（Drawer），区分交互深度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7CFF"/>
                </a:solidFill>
                <a:latin typeface="Microsoft YaHei"/>
              </a:defRPr>
            </a:pPr>
            <a:r>
              <a:t>关键问题聚焦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2FF"/>
                </a:solidFill>
                <a:latin typeface="Microsoft YaHei"/>
              </a:defRPr>
            </a:pPr>
            <a:r>
              <a:t>问题 2A：侧边栏当前仅为导航菜单，缺少对话列表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产品规划采用 DeepSeek 样式，但当前实现尚未包含对话列表功能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7432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5720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[截图占位]</a:t>
            </a:r>
          </a:p>
          <a:p>
            <a:pPr algn="ctr"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当前侧边栏只有 4 个导航项（对话/历史/知识库/个人设置），</a:t>
            </a:r>
            <a:br/>
            <a:r>
              <a:t>用户需要点击「历史」才能查看过去的对话，与 DeepSeek 的常驻对话列表不同。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828800"/>
            <a:ext cx="62179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影响分析（认知心理学视角）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DeepSeek 模式的核心价值：对话历史在视线范围内，一键切换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当前设计将「对话」和「历史」割裂为两个页面，用户需离开对话页面才能查看历史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用户心理模型：对话 = 连续的工作流。割裂为两个页面打破了这个模型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效率损失：每次切换对话至少需要 3 步操作（点历史 -&gt; 找对话 -&gt; 点返回）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与产品规划目标（DeepSeek 样式侧边栏）存在实现差距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11155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改进方案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方案 A（推荐）：在侧边栏中新增对话列表区域，位于导航菜单下方，按时间分组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方案 B：将 HistoryPage 的日期分组逻辑复用为 Zustand selector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方案 C：折叠态仅显示最近3条对话的圆点指示器，展开态显示完整列表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注意：侧边栏宽度（240px）需要容纳列表，标题截断需加 tooltip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7CFF"/>
                </a:solidFill>
                <a:latin typeface="Microsoft YaHei"/>
              </a:defRPr>
            </a:pPr>
            <a:r>
              <a:t>关键问题聚焦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2FF"/>
                </a:solidFill>
                <a:latin typeface="Microsoft YaHei"/>
              </a:defRPr>
            </a:pPr>
            <a:r>
              <a:t>问题 2B：DeepSeek 风格侧边栏的体验风险分析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空间争夺、注意力干扰、信息承载极简、新手空状态、管理操作、定位效率、切换同步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7432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5720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[截图占位]</a:t>
            </a:r>
          </a:p>
          <a:p>
            <a:pPr algn="ctr"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左侧固定宽度侧边栏与右侧对话区的视觉竞争关系。</a:t>
            </a:r>
            <a:br/>
            <a:r>
              <a:t>单行标题截断、时间分组、长按操作在窄栏中的可用性挑战。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828800"/>
            <a:ext cx="62179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影响分析（认知心理学视角）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空间争夺：240px 侧边栏在 1366px 屏幕上占 17.6%；在 1024px 平板上占 23.4%，明显挤压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注意力干扰：时间分组标题（今天/昨天）增加了视觉噪音，视线左右切换产生认知疲劳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信息承载极简：单行标题截断后无法区分相似对话。缺失日期、轮次、最后消息预览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新手空状态：无对话时侧边栏列表区域应显示引导提示，而非空白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管理操作：240px 宽度内放置重命名/删除按钮空间不足，需要右键菜单或长按触发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定位效率：侧边栏列表无全文搜索时，20+ 对话查找效率低于独立 HistoryPage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11155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改进方案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增加可拖拽调整侧边栏宽度（180px-350px），用户自适应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非当前对话的列表项降低透明度至 60%，减少视觉竞争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hover 时显示 tooltip（完整标题 + 日期 + 轮次 + 首句预览）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0 对话时显示「开始你的第一次对话」引导卡片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右键菜单（桌面端）+ 长按 500ms（移动端），避免按钮拥挤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侧边栏顶部集成搜索胶囊，300ms debounce，实时过滤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7CFF"/>
                </a:solidFill>
                <a:latin typeface="Microsoft YaHei"/>
              </a:defRPr>
            </a:pPr>
            <a:r>
              <a:t>关键问题聚焦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2FF"/>
                </a:solidFill>
                <a:latin typeface="Microsoft YaHei"/>
              </a:defRPr>
            </a:pPr>
            <a:r>
              <a:t>问题 2C：对话列表信息承载极简的深层体验问题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单行标题截断、标题重复/为空、缺少辅助信息的用户体验隐患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7432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5720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[截图占位]</a:t>
            </a:r>
          </a:p>
          <a:p>
            <a:pPr algn="ctr"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当标题过长被截断（...）、多个对话标题相似或重复、</a:t>
            </a:r>
            <a:br/>
            <a:r>
              <a:t>智能标题生成失败时（如输入「你好」），用户无法区分不同对话。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828800"/>
            <a:ext cx="62179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影响分析（认知心理学视角）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识别性危机：3 个关于「年假政策」的对话在列表中都显示为相同截断文本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空标题：用户输入无意义内容时，智能标题回退为「新对话」，多个条目并存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时间分组局限：按时间分组解决了粗略定位，但无法解决同一天内相似对话区分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认知负荷：用户需要逐个点击进入才能确认哪个是自己要找的对话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Fitts 定律：侧边栏列表项高度较小时，点击精度降低，尤其在触控场景下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11155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改进方案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标题增强：列表项显示标题 + 副标题（日期 + 轮次），如「年假政策 - 昨天 · 12轮」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颜色编码：按对话主题自动着色小圆点，辅助视觉区分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智能去重：相同标题的对话追加序号后缀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Hover 预览：鼠标悬停时展开为卡片式预览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搜索增强：搜索不仅匹配标题，还匹配对话内容（全文搜索）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7CFF"/>
                </a:solidFill>
                <a:latin typeface="Microsoft YaHei"/>
              </a:defRPr>
            </a:pPr>
            <a:r>
              <a:t>关键问题聚焦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2FF"/>
                </a:solidFill>
                <a:latin typeface="Microsoft YaHei"/>
              </a:defRPr>
            </a:pPr>
            <a:r>
              <a:t>问题 3：无全局 Error Boundary + 边界状态处理缺失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React 应用缺少错误边界组件，无断网检测、无离线提示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7432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5720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[截图占位]</a:t>
            </a:r>
          </a:p>
          <a:p>
            <a:pPr algn="ctr"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任何未捕获的 React 错误将导致整页白屏。</a:t>
            </a:r>
            <a:br/>
            <a:r>
              <a:t>断网后用户无感知地发送消息，等待超时后看到生硬错误。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828800"/>
            <a:ext cx="62179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影响分析（认知心理学视角）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单点故障：一个组件的渲染错误（如 Markdown 解析异常）可导致整个应用白屏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信任崩塌：白屏是用户最恐惧的体验之一，直接传达「产品不可靠」的信号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断网无感知：用户输入长消息后点击发送，因断网而长时间等待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恢复成本：白屏后用户需要手动刷新页面，之前的输入和对话状态全部丢失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企业环境风险：企业内网波动频繁，断网是高频场景，不是边缘情况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11155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改进方案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添加全局 ErrorBoundary 组件，包裹 &lt;Outlet /&gt;，错误时显示友好降级 UI + 重试按钮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添加网络状态监听：检查 navigator.onLine，监听 online/offline 事件，断网时顶部显示红色横幅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消息发送前检测网络状态，断网时禁用发送按钮并提示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SSE 流式连接超时处理：超过 30 秒无 token 到达时自动断开并提示重试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52FF"/>
                </a:solidFill>
                <a:latin typeface="Microsoft YaHei"/>
              </a:defRPr>
            </a:pPr>
            <a:r>
              <a:t>其他体验问题（P0 严重 + P1 中等）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27432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73152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严重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#5  对话标题截断无完整展示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标题超过 30 字符被截断后，用户无法看到完整标题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17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标题是用户识别对话的首要线索。截断后丢失关键信息，</a:t>
            </a:r>
            <a:br/>
            <a:r>
              <a:t>违反「状态可见性」原则。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CSS text-overflow: ellipsis + Antd Tooltip，hover 时显示完整标题。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73152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严重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#6  移动端消息操作无视觉反馈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移动端通过长按 500ms 触发操作菜单，但长按期间无视觉反馈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346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操作无反馈违反 Nielsen 启发式评估第1条「系统状态可见性」。</a:t>
            </a:r>
            <a:br/>
            <a:r>
              <a:t>用户会重复长按或放弃操作。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83464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长按时目标消息增加高亮边框 + 缩放动画 + 触觉反馈(navigator.vibrate)。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7315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86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#7  知识管理页面硬编码英文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KnowledgeBasePage 上传验证提示使用英文硬编码，未使用 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519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与其他页面完善的 i18n 不一致，中文用户看到英文错误提示</a:t>
            </a:r>
            <a:br/>
            <a:r>
              <a:t>会产生困惑和不信任感。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25196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在 admin.json 中添加翻译，替换硬编码字符串为 t() 调用。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5780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7315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#8  消息加载仅 Spinner，无骨架屏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加载历史消息时显示居中的 Spinner + Loading，无内容预览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6692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骨架屏通过占位符降低认知不确定性，比纯 Spinner</a:t>
            </a:r>
            <a:br/>
            <a:r>
              <a:t>感知等待时间短 30%。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6928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添加 Skeleton 组件：3-5 条模拟消息气泡，使用 shimmer 动画。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67512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6766560"/>
            <a:ext cx="7315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6720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#9  切换对话无 loading 过渡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70866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HistoryPage 点击对话后，消息区域瞬间替换内容，无过渡动画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70866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突然的内容切换违反用户预期，大脑需要额外认知资源处理</a:t>
            </a:r>
            <a:br/>
            <a:r>
              <a:t>视觉变化，产生轻微眩晕感。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708660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切换时添加 200ms 淡入淡出过渡，或显示短暂 skeleton 过渡态。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809244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8183880"/>
            <a:ext cx="7315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8138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#10  侧边栏内无对话搜索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85039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切换到 DeepSeek 式侧边栏后，对话数量增多时查找效率急剧下降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85039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滚动查找违反 Hick 定律和 Fitts 定律。</a:t>
            </a:r>
            <a:br/>
            <a:r>
              <a:t>用户在长列表中滚动是最低效的导航方式。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850392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侧边栏顶部集成搜索输入框（胶囊样式），复用 useDebounce 300ms，</a:t>
            </a:r>
            <a:br/>
            <a:r>
              <a:t>实时过滤标题匹配项。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52FF"/>
                </a:solidFill>
                <a:latin typeface="Microsoft YaHei"/>
              </a:defRPr>
            </a:pPr>
            <a:r>
              <a:t>其他体验问题续（P1 中等 + P2 建议）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27432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7315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#11  响应式断点不统一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AppLayout 使用 768px，LoginPage 使用 800px，</a:t>
            </a:r>
            <a:br/>
            <a:r>
              <a:t>768-800px 区间行为不一致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17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断点不一致导致特定窗口宽度下布局异常或交互混乱，</a:t>
            </a:r>
            <a:br/>
            <a:r>
              <a:t>用户调整窗口大小时体验不可预测。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提取统一的 useBreakpoint hook，定义 breakpoints 对象全局复用。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7315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#12  aria-live 文本裁切不当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流式输出的 aria-live 使用 slice(-100) 裁切，</a:t>
            </a:r>
            <a:br/>
            <a:r>
              <a:t>可能从单词中间截断，读屏体验差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346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读屏用户听到的是不完整的单词或句子片段，理解困难。</a:t>
            </a:r>
            <a:br/>
            <a:r>
              <a:t>违反 WCAG 4.1.3 状态消息规范。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83464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改为按句子边界裁切（找最后一个句号/换行），</a:t>
            </a:r>
            <a:br/>
            <a:r>
              <a:t>或仅播报完整的最新消息块。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7315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86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#13  WelcomeScreen 卡片 hover 非 CSS 过渡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快捷提问卡片的 hover 效果通过 inline JS 直接修改 style，</a:t>
            </a:r>
            <a:br/>
            <a:r>
              <a:t>无 transition 属性，动画生硬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519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没有 transition 的样式变化是瞬时的，缺少中间态导致</a:t>
            </a:r>
            <a:br/>
            <a:r>
              <a:t>视觉跳跃感，降低产品精致感。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25196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改用 CSS 类 + transition: all 0.2s ease，在 globals.css 中定义</a:t>
            </a:r>
            <a:br/>
            <a:r>
              <a:t>hover 类，组件只负责切换 className。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5780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7315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#14  Skip-to-content 使用内联 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无障碍跳过链接通过 onFocus/onBlur 内联修改 style.top，</a:t>
            </a:r>
            <a:br/>
            <a:r>
              <a:t>而非 CSS 类切换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6692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内联样式与 CSS 变量体系脱节，在深色模式下可能出现</a:t>
            </a:r>
            <a:br/>
            <a:r>
              <a:t>对比度不足的问题。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6928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定义 .skip-link CSS 类，使用 :focus-visible 伪类控制显示，</a:t>
            </a:r>
            <a:br/>
            <a:r>
              <a:t>与全局 focus-visible 样式体系一致。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67512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6766560"/>
            <a:ext cx="7315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6720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#15  HistoryPage 无分页性能风险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70866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HistoryPage 一次性加载所有会话，无分页或虚拟滚动，</a:t>
            </a:r>
            <a:br/>
            <a:r>
              <a:t>对话量大时渲染和搜索性能下降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70866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大量 DOM 节点同时存在会降低渲染性能，</a:t>
            </a:r>
            <a:br/>
            <a:r>
              <a:t>用户在长列表中滚动可能出现卡顿。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708660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实现虚拟滚动（react-window）或分页加载（每页 20 条），</a:t>
            </a:r>
            <a:br/>
            <a:r>
              <a:t>搜索时仅渲染匹配结果。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8092440"/>
            <a:ext cx="11247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8183880"/>
            <a:ext cx="7315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8138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#16  流式滚动用 instant 非 smooth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85039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ChatPage 流式期间使用 scrollIntoView({behavior:'instant'})</a:t>
            </a:r>
            <a:br/>
            <a:r>
              <a:t>而非 'smooth'，消息区域频繁跳动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85039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为什么不好：</a:t>
            </a:r>
            <a:br/>
            <a:r>
              <a:t>instant 滚动是瞬时跳变，用户视线跟不上新内容生成速度，</a:t>
            </a:r>
            <a:br/>
            <a:r>
              <a:t>产生视觉不适。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850392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怎么改更好：</a:t>
            </a:r>
            <a:br/>
            <a:r>
              <a:t>实现智能节流：每 500ms 最多滚动一次，或使用</a:t>
            </a:r>
            <a:br/>
            <a:r>
              <a:t>scroll-behavior: smooth 的全局 CSS 作为回退。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2FF"/>
                </a:solidFill>
                <a:latin typeface="Microsoft YaHei"/>
              </a:defRPr>
            </a:pPr>
            <a:r>
              <a:t>用户旅程走查分析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1. Onboarding Tour 4 步引导仅覆盖导航，未演示如何发起对话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2. WelcomeScreen 的快捷提问卡片有 4 个，信息过载，新手不知选哪个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3. 输入框自动 focus 时机偏早，用户还在看引导时焦点已跳转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4. 点赞后无后续引导（如「是否要追问？」），流程中断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5. 查看历史需离开聊天页进入 HistoryPage，返回后又丢失上下文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56032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急性子新手 - 小赵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43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4/10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43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旅程：首次访问 -&gt; Onboarding Tour -&gt; 发起首次对话 -&gt; 得到回答 -&gt; 点赞 -&gt; 想查看历史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11247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1. 侧边栏无对话列表，需反复进入 HistoryPage 切换对话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2. 重新生成无确认提示，误触会覆盖已有回答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3. 复制按钮 hover 才可见，鼠标追踪成本高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4. 删除对话无 undo 机制，误删后无法恢复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5. 无对话导出功能，无法满足企业审计存档需求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25603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谨慎深度用户 - 老王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71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5/10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71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旅程：日常使用 -&gt; 侧边栏切换对话 -&gt; 重新生成 -&gt; 复制内容 -&gt; 删除旧对话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247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1. 移动端侧边栏变为抽屉，打开后遮挡整个页面，无法同时查看对话列表和内容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2. 长按消息触发操作菜单无视觉反馈，不确定是否成功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3. Popover 操作菜单可能被底部虚拟导航栏遮挡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4. 固定底部输入栏在移动端可能与系统键盘冲突</a:t>
            </a:r>
          </a:p>
          <a:p>
            <a:pPr>
              <a:spcAft>
                <a:spcPts val="100"/>
              </a:spcAft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5. 断网时无提示，移动端网络切换频繁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256032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移动端访客 - 小李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800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3/10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800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旅程：手机浏览器访问 -&gt; 登录 -&gt; 发起对话 -&gt; 长按复制 -&gt; 切换对话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2FF"/>
                </a:solidFill>
                <a:latin typeface="Microsoft YaHei"/>
              </a:defRPr>
            </a:pPr>
            <a:r>
              <a:t>边界状态与异常场景主动测试结果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36576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断网后发送消息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无提示，消息发送静默失败，用户长时间等待后才看到错误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43000"/>
            <a:ext cx="914400" cy="2560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立即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097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navigator.onLine 检测 + 断网横幅 + 发送前网络检查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输入 4000+ 字符超长文本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计数器变红但不阻止发送，后端可能截断或报错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91440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发送前截断或拆分 + 提示用户消息过长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连续快速点击发送按钮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有 isStreaming 守卫但无按钮禁用视觉反馈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514600"/>
            <a:ext cx="91440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发送后按钮 disabled + loading spinner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输入特殊字符/HTML 注入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ReactMarkdown allowedElements 白名单防护有效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200400"/>
            <a:ext cx="91440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已解决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54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继续保持，建议增加自动化 XSS 测试用例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SSE 连接超时（30s 无响应）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有 2 次重试但无超时提示，用户不知是否还在处理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886200"/>
            <a:ext cx="91440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840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10s 无 token 到达时显示「仍在思考中...」提示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401 过期自动跳转登录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axios 拦截器处理有效，但用户未保存的工作丢失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572000"/>
            <a:ext cx="914400" cy="256032"/>
          </a:xfrm>
          <a:prstGeom prst="roundRect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526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跳转前将当前对话内容存入 sessionStorage，登录后恢复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多标签页同时操作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无 BroadcastChannel 同步，两个 tab 状态不一致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257800"/>
            <a:ext cx="914400" cy="256032"/>
          </a:xfrm>
          <a:prstGeom prst="roundRect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212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使用 BroadcastChannel API 实现跨 tab 状态同步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对话标题为空/仅空格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897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智能标题生成有 MEANINGLESS_WORDS 过滤，回退为「新对话」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5943600"/>
            <a:ext cx="914400" cy="256032"/>
          </a:xfrm>
          <a:prstGeom prst="roundRect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897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多个「新对话」条目无法区分，建议追加创建时间后缀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2FF"/>
                </a:solidFill>
                <a:latin typeface="Microsoft YaHei"/>
              </a:defRPr>
            </a:pPr>
            <a:r>
              <a:t>认知心理学视角的深度分析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36576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|  侧边栏 4 个导航项 + 对话列表 N 项，总选择数随对话增长线性增加  |  WelcomeScreen 4 个快捷提问卡同时展示，新手需要额外决策</a:t>
            </a:r>
          </a:p>
          <a:p>
            <a:pPr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  改进: 对话列表增加搜索过滤，将 N 个选择减少为 1 个搜索操作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2FF"/>
                </a:solidFill>
                <a:latin typeface="Microsoft YaHei"/>
              </a:defRPr>
            </a:pPr>
            <a:r>
              <a:t>Hick 定律（选择复杂度）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选择数量与决策时间成对数关系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47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|  侧边栏窄列表项（36px）在 20+ 条目时，底部条目点击精度低  |  移动端长按目标区域小，手指遮挡导致操作困难</a:t>
            </a:r>
          </a:p>
          <a:p>
            <a:pPr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  改进: 列表项高度增至 44px（触控友好），长按操作目标增大，复制按钮常驻或增大热区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2FF"/>
                </a:solidFill>
                <a:latin typeface="Microsoft YaHei"/>
              </a:defRPr>
            </a:pPr>
            <a:r>
              <a:t>Fitts 定律（目标可达性）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128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点击时间与目标距离和大小成比例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11247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|  对话列表按 5 个时间组展示（今天/昨天/7天/30天/更早），接近上限  |  Onboarding Tour 4 步引导 + 初始 Modal 共 5 步，信息量饱和</a:t>
            </a:r>
          </a:p>
          <a:p>
            <a:pPr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  改进: 时间组可折叠（默认只展开今天和昨天），引导分两轮进行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2FF"/>
                </a:solidFill>
                <a:latin typeface="Microsoft YaHei"/>
              </a:defRPr>
            </a:pPr>
            <a:r>
              <a:t>Miller 定律（认知容量）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工作记忆容量约 7+-2 个信息块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247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|  侧边栏导航菜单和对话列表需要明确的视觉分隔  |  消息气泡的 hover 操作按钮与气泡内容视觉上割裂</a:t>
            </a:r>
          </a:p>
          <a:p>
            <a:pPr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  改进: 侧边栏用分割线+标签区分导航区和对话区，Header 用间距或分割线分组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07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2FF"/>
                </a:solidFill>
                <a:latin typeface="Microsoft YaHei"/>
              </a:defRPr>
            </a:pPr>
            <a:r>
              <a:t>格式塔原理（视觉组织）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07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用户倾向于将视觉元素组织为有意义的整体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11247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|  流式输出的打字机效果是正面峰值，但白屏错误是极强的负面峰值  |  退出登录无确认直接跳转（终值），用户可能误触退出</a:t>
            </a:r>
          </a:p>
          <a:p>
            <a:pPr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  改进: 加强正面峰值（加载骨架屏+平滑过渡），消除负面峰值（ErrorBoundary+退出确认）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046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2FF"/>
                </a:solidFill>
                <a:latin typeface="Microsoft YaHei"/>
              </a:defRPr>
            </a:pPr>
            <a:r>
              <a:t>峰值-终值定律（体验记忆）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5046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用户记忆主要由体验的峰值和终值决定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2FF"/>
                </a:solidFill>
                <a:latin typeface="Microsoft YaHei"/>
              </a:defRPr>
            </a:pPr>
            <a:r>
              <a:t>优化路线图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2860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38328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立刻可做（1-2 天）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快速见效，解决最明显的体验痛点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042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合并设置入口：保留顶部用户下拉中的设置，移除侧边栏 Profile 菜单项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986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侧边栏增加对话列表：按今天/昨天/7天内/30天内分组，显示单行标题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9300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添加全局 Error Boundary（React 组件），防止单点错误导致白屏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6908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8736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增加断网检测与离线提示横幅（navigator.onLine + 网络事件监听）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8172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修复知识管理页面硬编码英文字符串（上传验证提示），统一用 i18n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2760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对话标题截断时增加 tooltip 完整显示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097280"/>
            <a:ext cx="356616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1188720"/>
            <a:ext cx="338328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短期规划（1-2 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提升核心任务效率与用户信心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28600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3042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侧边栏对话列表增加右键/长按菜单（重命名/删除/置顶）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288036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8986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侧边栏增加对话搜索过滤功能（与 HistoryPage 共享搜索逻辑）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47472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49300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消息列表加载时增加骨架屏（Skeleton），替代纯 Spinner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406908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08736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移动端消息操作按钮改为底部 Action Sheet，替代 Popover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466344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68172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统一响应式断点检测为 useBreakpoint Hook，消除 768px/800px 分歧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525780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52760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切换对话时增加 loading 过渡动画，减少闪烁感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585216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58704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aria-live 区域优化：改为完整最新句子而非简单 slice(-100)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1097280"/>
            <a:ext cx="356616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0" y="1188720"/>
            <a:ext cx="33832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长期考虑（1 月+）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构建差异化竞争力和品牌信任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228600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3042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对话导出功能（支持 PDF/Markdown 下载，满足企业审计需求）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288036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8986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多标签页同步：使用 BroadcastChannel API 实现跨 tab 状态同步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47472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对话标题 AI 摘要：支持自动生成对话摘要辅助识别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406908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08736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键盘快捷键体系（Ctrl+N 新建对话、Ctrl+Shift+H 打开历史等）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466344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68172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无障碍合规审计（WCAG 2.1 AA 级别），完善 aria 属性与键盘导航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525780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52760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对话深度分析面板（对话时长、轮次统计、常用话题词云）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5852160"/>
            <a:ext cx="32004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58704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t>语音输入/输出支持（结合 Azure Speech Services）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446520"/>
            <a:ext cx="11247120" cy="320040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预期改善效果：整体体验评分 5.5 -&gt; 8.0+ | 用户任务完成效率提升 40% | 新手流失率降低 30%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2FF"/>
                </a:solidFill>
                <a:latin typeface="Microsoft YaHei"/>
              </a:defRPr>
            </a:pPr>
            <a:r>
              <a:t>附录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1371600" cy="54864"/>
          </a:xfrm>
          <a:prstGeom prst="round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52FF"/>
                </a:solidFill>
                <a:latin typeface="Microsoft YaHei"/>
              </a:defRPr>
            </a:pPr>
            <a:r>
              <a:t>测试环境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前端框架：React 19 + TypeScript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UI 组件库：Ant Design 5.x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路由：React Router v6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状态管理：Zustand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国际化：i18next (中/英)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样式：CSS Custom Properties + globals.css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构建工具：Vite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API：Axios REST + Fetch SSE 流式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浏览器：Chrome 126+, Edge, Firefox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测试分辨率：1920x1080, 1366x768, 375x812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52FF"/>
                </a:solidFill>
                <a:latin typeface="Microsoft YaHei"/>
              </a:defRPr>
            </a:pPr>
            <a:r>
              <a:t>用户画像</a:t>
            </a:r>
          </a:p>
          <a:p>
            <a:pPr>
              <a:spcBef>
                <a:spcPts val="600"/>
              </a:spcBef>
              <a:defRPr sz="1200" b="1">
                <a:solidFill>
                  <a:srgbClr val="0052FF"/>
                </a:solidFill>
                <a:latin typeface="Microsoft YaHei"/>
              </a:defRPr>
            </a:pPr>
            <a:r>
              <a:t>急性子新手 - 小赵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入职第1天的新员工，急于了解政策。耐心有限，需要即问即答，不喜欢复杂导航。</a:t>
            </a:r>
          </a:p>
          <a:p>
            <a:pPr>
              <a:spcBef>
                <a:spcPts val="600"/>
              </a:spcBef>
              <a:defRPr sz="1200" b="1">
                <a:solidFill>
                  <a:srgbClr val="0052FF"/>
                </a:solidFill>
                <a:latin typeface="Microsoft YaHei"/>
              </a:defRPr>
            </a:pPr>
            <a:r>
              <a:t>谨慎深度用户 - 老王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使用3个月的老用户，每天多次对话，管理20+对话线程。重视效率和可追溯性。</a:t>
            </a:r>
          </a:p>
          <a:p>
            <a:pPr>
              <a:spcBef>
                <a:spcPts val="600"/>
              </a:spcBef>
              <a:defRPr sz="1200" b="1">
                <a:solidFill>
                  <a:srgbClr val="0052FF"/>
                </a:solidFill>
                <a:latin typeface="Microsoft YaHei"/>
              </a:defRPr>
            </a:pPr>
            <a:r>
              <a:t>移动端访客 - 小李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通勤路上用手机查看，屏幕小、网络不稳定。单手操作，需要简洁界面。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66160"/>
            <a:ext cx="111556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52FF"/>
                </a:solidFill>
                <a:latin typeface="Microsoft YaHei"/>
              </a:defRPr>
            </a:pPr>
            <a:r>
              <a:t>完整问题清单（18 个）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P0 - 个人设置入口重复（导航栏 + 顶栏用户下拉）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P0 - 侧边栏缺少对话列表（与 DeepSeek 设计目标差距）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P0 - 无全局 Error Boundary，单点故障导致白屏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P0 - 无断网检测与离线提示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P1 - 对话标题截断无 tooltip 完整展示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P1 - 移动端消息操作按钮（长按）无视觉反馈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P1 - 知识管理页面硬编码英文字符串（未用 i18n）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P1 - 消息加载仅 Spinner，无骨架屏（Skeleton）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P1 - 切换对话无 loading 过渡动画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P1 - 侧边栏内无对话搜索能力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P1 - 响应式断点不统一（768px vs 800px）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P1 - aria-live 区域文本裁切不当（slice 硬截断）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P2 - WelcomeScreen 卡片 hover 动画非 CSS 过渡（生硬）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P2 - Skip-to-content 链接使用内联 JS 而非 CSS 类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P2 - HistoryPage 无分页，大量对话时性能风险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P2 - 流式输出时 scrollIntoView 用 instant 而非 smooth（跳动）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P2 - 表单验证仅 onSubmit 时触发，无 onChange 实时反馈</a:t>
            </a:r>
          </a:p>
          <a:p>
            <a:pPr>
              <a:spcAft>
                <a:spcPts val="100"/>
              </a:spcAft>
              <a:defRPr sz="1100">
                <a:solidFill>
                  <a:srgbClr val="334155"/>
                </a:solidFill>
                <a:latin typeface="Microsoft YaHei"/>
              </a:defRPr>
            </a:pPr>
            <a:r>
              <a:t>P2 - 欢迎页自动 focus 输入框时机偏早（首帧即 focus）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